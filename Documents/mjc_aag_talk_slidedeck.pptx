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02BD7-94F0-3738-AA32-64C93B4B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</TotalTime>
  <Words>83</Words>
  <Application>Microsoft Office PowerPoint</Application>
  <PresentationFormat>Widescreen</PresentationFormat>
  <Paragraphs>17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Accessibility Metrics Used</vt:lpstr>
      <vt:lpstr>Departure Times</vt:lpstr>
      <vt:lpstr>Delays</vt:lpstr>
      <vt:lpstr>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4</cp:revision>
  <dcterms:created xsi:type="dcterms:W3CDTF">2025-03-13T15:20:43Z</dcterms:created>
  <dcterms:modified xsi:type="dcterms:W3CDTF">2025-03-13T19:02:26Z</dcterms:modified>
</cp:coreProperties>
</file>