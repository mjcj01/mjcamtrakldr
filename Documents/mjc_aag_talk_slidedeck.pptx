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2" r:id="rId13"/>
    <p:sldId id="273" r:id="rId14"/>
    <p:sldId id="275" r:id="rId15"/>
    <p:sldId id="274" r:id="rId16"/>
    <p:sldId id="276" r:id="rId17"/>
    <p:sldId id="271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112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FE9A-AEDD-4DD5-0FC7-E6778907D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BFEE-ABC7-CC09-4419-7438E27D4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Focus on Long-Distance?</a:t>
            </a:r>
          </a:p>
        </p:txBody>
      </p:sp>
    </p:spTree>
    <p:extLst>
      <p:ext uri="{BB962C8B-B14F-4D97-AF65-F5344CB8AC3E}">
        <p14:creationId xmlns:p14="http://schemas.microsoft.com/office/powerpoint/2010/main" val="419373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screen with white lines&#10;&#10;AI-generated content may be incorrect.">
            <a:extLst>
              <a:ext uri="{FF2B5EF4-FFF2-40B4-BE49-F238E27FC236}">
                <a16:creationId xmlns:a16="http://schemas.microsoft.com/office/drawing/2014/main" id="{6CD3070D-5550-3EC7-79AE-078B483F1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09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white dots&#10;&#10;AI-generated content may be incorrect.">
            <a:extLst>
              <a:ext uri="{FF2B5EF4-FFF2-40B4-BE49-F238E27FC236}">
                <a16:creationId xmlns:a16="http://schemas.microsoft.com/office/drawing/2014/main" id="{DDB77FBE-0844-1BBD-131D-6327075CFD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78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black screen&#10;&#10;AI-generated content may be incorrect.">
            <a:extLst>
              <a:ext uri="{FF2B5EF4-FFF2-40B4-BE49-F238E27FC236}">
                <a16:creationId xmlns:a16="http://schemas.microsoft.com/office/drawing/2014/main" id="{00074952-0FDB-669F-68B2-D588FDC6A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12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and black image of a dragon&#10;&#10;AI-generated content may be incorrect.">
            <a:extLst>
              <a:ext uri="{FF2B5EF4-FFF2-40B4-BE49-F238E27FC236}">
                <a16:creationId xmlns:a16="http://schemas.microsoft.com/office/drawing/2014/main" id="{6D5AFE7D-B90F-AFAE-C33B-A4F46D8F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72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63CD7B-02A2-596B-33BB-009380543D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445</TotalTime>
  <Words>91</Words>
  <Application>Microsoft Office PowerPoint</Application>
  <PresentationFormat>Widescreen</PresentationFormat>
  <Paragraphs>19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Why Focus on Long-Distance?</vt:lpstr>
      <vt:lpstr>PowerPoint Presentation</vt:lpstr>
      <vt:lpstr>PowerPoint Presentation</vt:lpstr>
      <vt:lpstr>PowerPoint Presentation</vt:lpstr>
      <vt:lpstr>PowerPoint Presentation</vt:lpstr>
      <vt:lpstr>Accessibility Metrics Used</vt:lpstr>
      <vt:lpstr>Departure Times</vt:lpstr>
      <vt:lpstr>Delays</vt:lpstr>
      <vt:lpstr>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8</cp:revision>
  <dcterms:created xsi:type="dcterms:W3CDTF">2025-03-13T15:20:43Z</dcterms:created>
  <dcterms:modified xsi:type="dcterms:W3CDTF">2025-03-18T23:52:00Z</dcterms:modified>
</cp:coreProperties>
</file>