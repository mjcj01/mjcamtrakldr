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61" r:id="rId6"/>
    <p:sldId id="258" r:id="rId7"/>
    <p:sldId id="262" r:id="rId8"/>
    <p:sldId id="263" r:id="rId9"/>
    <p:sldId id="264" r:id="rId10"/>
    <p:sldId id="265" r:id="rId11"/>
    <p:sldId id="266" r:id="rId12"/>
    <p:sldId id="271" r:id="rId13"/>
    <p:sldId id="267" r:id="rId14"/>
    <p:sldId id="268" r:id="rId15"/>
    <p:sldId id="269" r:id="rId16"/>
    <p:sldId id="272" r:id="rId17"/>
    <p:sldId id="273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772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735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739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94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179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175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669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866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467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935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2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D0C2414-FC1C-4B13-AB0F-B814F3CF99C3}" type="datetimeFigureOut">
              <a:rPr lang="en-US" smtClean="0"/>
              <a:t>3/16/2025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6671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rain on the tracks&#10;&#10;AI-generated content may be incorrect.">
            <a:extLst>
              <a:ext uri="{FF2B5EF4-FFF2-40B4-BE49-F238E27FC236}">
                <a16:creationId xmlns:a16="http://schemas.microsoft.com/office/drawing/2014/main" id="{B9B56962-5B0D-7A61-932D-6B98FF1C5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791781"/>
            <a:ext cx="12192001" cy="812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B94396-4A53-29C6-F047-2027087E6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1258"/>
            <a:ext cx="5992167" cy="3248706"/>
          </a:xfrm>
        </p:spPr>
        <p:txBody>
          <a:bodyPr>
            <a:normAutofit/>
          </a:bodyPr>
          <a:lstStyle/>
          <a:p>
            <a:pPr algn="l"/>
            <a:r>
              <a:rPr lang="en-US" sz="5400" b="1" dirty="0"/>
              <a:t>Accessibility of Amtrak's Long Distance Network</a:t>
            </a: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F5BA98-4696-FA31-0947-9714DCEA08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>
              <a:tabLst>
                <a:tab pos="8975725" algn="l"/>
              </a:tabLst>
            </a:pPr>
            <a:r>
              <a:rPr lang="en-US" dirty="0"/>
              <a:t>Michael Cattell</a:t>
            </a:r>
          </a:p>
          <a:p>
            <a:pPr algn="l">
              <a:tabLst>
                <a:tab pos="8975725" algn="l"/>
              </a:tabLst>
            </a:pPr>
            <a:r>
              <a:rPr lang="en-US" dirty="0"/>
              <a:t>Pennsylvania State University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A8CCF89-C004-A487-AF8C-EE9421BBF032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Mark Levisay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34203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DD004-134F-49B5-000E-04E70152A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What is Amtrak?</a:t>
            </a:r>
          </a:p>
        </p:txBody>
      </p:sp>
    </p:spTree>
    <p:extLst>
      <p:ext uri="{BB962C8B-B14F-4D97-AF65-F5344CB8AC3E}">
        <p14:creationId xmlns:p14="http://schemas.microsoft.com/office/powerpoint/2010/main" val="379206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34560-72F1-1DDB-4F8D-298D25BBE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9D1AC-FB48-AB73-766D-2B8C18271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Result of rapid decline in passenger rail profitability in post WWII</a:t>
            </a:r>
          </a:p>
        </p:txBody>
      </p:sp>
    </p:spTree>
    <p:extLst>
      <p:ext uri="{BB962C8B-B14F-4D97-AF65-F5344CB8AC3E}">
        <p14:creationId xmlns:p14="http://schemas.microsoft.com/office/powerpoint/2010/main" val="2319977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0346A-66E3-7739-EAC8-8BC5D14AB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05839-DAF3-B203-FDAF-1FA759EDB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Nixon Admin. steps in and establishes Amtrak, taking over passenger rail from 20 railroads </a:t>
            </a:r>
          </a:p>
        </p:txBody>
      </p:sp>
    </p:spTree>
    <p:extLst>
      <p:ext uri="{BB962C8B-B14F-4D97-AF65-F5344CB8AC3E}">
        <p14:creationId xmlns:p14="http://schemas.microsoft.com/office/powerpoint/2010/main" val="1787612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country&#10;&#10;AI-generated content may be incorrect.">
            <a:extLst>
              <a:ext uri="{FF2B5EF4-FFF2-40B4-BE49-F238E27FC236}">
                <a16:creationId xmlns:a16="http://schemas.microsoft.com/office/drawing/2014/main" id="{6A214A86-02C4-CA39-B534-2BB2DC6B97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196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river&#10;&#10;AI-generated content may be incorrect.">
            <a:extLst>
              <a:ext uri="{FF2B5EF4-FFF2-40B4-BE49-F238E27FC236}">
                <a16:creationId xmlns:a16="http://schemas.microsoft.com/office/drawing/2014/main" id="{141C6AC1-10F4-B894-CFC1-71C12EA6D1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137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AE7BC-9290-0616-A0E5-5E4B57B0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FDD4A-EE80-46B2-0508-E948D5FF4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Amtrak Route Categories</a:t>
            </a:r>
          </a:p>
        </p:txBody>
      </p:sp>
    </p:spTree>
    <p:extLst>
      <p:ext uri="{BB962C8B-B14F-4D97-AF65-F5344CB8AC3E}">
        <p14:creationId xmlns:p14="http://schemas.microsoft.com/office/powerpoint/2010/main" val="3063343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99C30-8E01-A468-2F5C-40AE98561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7BA94-0673-0DBA-DE83-AB2D1E510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Northeast Corridor</a:t>
            </a:r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F7090771-8B91-17D3-214B-DF73AEE192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0312" y="0"/>
            <a:ext cx="2540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065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1E5E8-63AF-1C15-EE61-5DB62F9D7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A8E511-3BF4-9BAF-BD42-B47B1FBE31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378" y="1179426"/>
            <a:ext cx="10095243" cy="56785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C4D79E-5E1F-6321-4254-E2A6AEE33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State-Supported Routes</a:t>
            </a:r>
          </a:p>
        </p:txBody>
      </p:sp>
    </p:spTree>
    <p:extLst>
      <p:ext uri="{BB962C8B-B14F-4D97-AF65-F5344CB8AC3E}">
        <p14:creationId xmlns:p14="http://schemas.microsoft.com/office/powerpoint/2010/main" val="3232290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EE2A1-F025-FB1B-EA38-FBAD6A10A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C0937B-5D82-09BB-AACC-CB074221B3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7" r="1087"/>
          <a:stretch/>
        </p:blipFill>
        <p:spPr>
          <a:xfrm>
            <a:off x="1212679" y="1364264"/>
            <a:ext cx="9766642" cy="54937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2A92D5-6B58-3175-C5E7-179F59507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Long Distance Routes</a:t>
            </a:r>
          </a:p>
        </p:txBody>
      </p:sp>
    </p:spTree>
    <p:extLst>
      <p:ext uri="{BB962C8B-B14F-4D97-AF65-F5344CB8AC3E}">
        <p14:creationId xmlns:p14="http://schemas.microsoft.com/office/powerpoint/2010/main" val="2876576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B21AA-AA07-A1DB-D733-2286F6F39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06946-1204-B127-F2DB-B0599CFA6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Why Trains?</a:t>
            </a:r>
          </a:p>
        </p:txBody>
      </p:sp>
    </p:spTree>
    <p:extLst>
      <p:ext uri="{BB962C8B-B14F-4D97-AF65-F5344CB8AC3E}">
        <p14:creationId xmlns:p14="http://schemas.microsoft.com/office/powerpoint/2010/main" val="1987080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0FBBE-D68C-F1CF-B9FD-B19C5762A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8712B-1A6E-5827-0716-352372ABE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Accessibility Metrics Used</a:t>
            </a:r>
          </a:p>
        </p:txBody>
      </p:sp>
    </p:spTree>
    <p:extLst>
      <p:ext uri="{BB962C8B-B14F-4D97-AF65-F5344CB8AC3E}">
        <p14:creationId xmlns:p14="http://schemas.microsoft.com/office/powerpoint/2010/main" val="344011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CE8E4-3065-61C7-0E34-9484E2C6B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train on the tracks at night&#10;&#10;AI-generated content may be incorrect.">
            <a:extLst>
              <a:ext uri="{FF2B5EF4-FFF2-40B4-BE49-F238E27FC236}">
                <a16:creationId xmlns:a16="http://schemas.microsoft.com/office/drawing/2014/main" id="{2E578D03-3424-B1C3-47AD-C97771D8A3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7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812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2BBB21-DA69-6A5C-A402-4260ADEAA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Departure Times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62194E88-FAF2-6B16-3EE0-7785DACB44A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Jeff Dunn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42525334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F850-9E9E-7D11-D90C-6307D7792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360844-F151-C3B3-75FC-D0BD00BBA5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159283"/>
            <a:ext cx="12192000" cy="81618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EE3729-0407-092E-AE85-A0B39196D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Delays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E81FE1F-DC3E-4A98-1684-C0E175482DD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Steve Morgan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2649594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35FC6-C6CC-43EF-4E7F-12657660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DF1ED-9FED-EDCE-993A-10628E409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3163508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8CDC7-B2AC-946F-E936-1B4F0F97E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FCCCE-89B6-7502-818B-4E0022459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Departure Times</a:t>
            </a:r>
          </a:p>
        </p:txBody>
      </p:sp>
    </p:spTree>
    <p:extLst>
      <p:ext uri="{BB962C8B-B14F-4D97-AF65-F5344CB8AC3E}">
        <p14:creationId xmlns:p14="http://schemas.microsoft.com/office/powerpoint/2010/main" val="35481122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AA3D7-755F-255E-B221-A75363D0F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858CD-B933-AE1D-80F2-A3A828812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Delays</a:t>
            </a:r>
          </a:p>
        </p:txBody>
      </p:sp>
    </p:spTree>
    <p:extLst>
      <p:ext uri="{BB962C8B-B14F-4D97-AF65-F5344CB8AC3E}">
        <p14:creationId xmlns:p14="http://schemas.microsoft.com/office/powerpoint/2010/main" val="39749682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Custom 4">
      <a:majorFont>
        <a:latin typeface="Avenir Next LT Pro Demi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304</TotalTime>
  <Words>89</Words>
  <Application>Microsoft Office PowerPoint</Application>
  <PresentationFormat>Widescreen</PresentationFormat>
  <Paragraphs>20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Avenir Next LT Pro</vt:lpstr>
      <vt:lpstr>Avenir Next LT Pro Demi</vt:lpstr>
      <vt:lpstr>Office Theme</vt:lpstr>
      <vt:lpstr>Accessibility of Amtrak's Long Distance Network</vt:lpstr>
      <vt:lpstr>What is Amtrak?</vt:lpstr>
      <vt:lpstr>Result of rapid decline in passenger rail profitability in post WWII</vt:lpstr>
      <vt:lpstr>Nixon Admin. steps in and establishes Amtrak, taking over passenger rail from 20 railroads </vt:lpstr>
      <vt:lpstr>PowerPoint Presentation</vt:lpstr>
      <vt:lpstr>PowerPoint Presentation</vt:lpstr>
      <vt:lpstr>Amtrak Route Categories</vt:lpstr>
      <vt:lpstr>Northeast Corridor</vt:lpstr>
      <vt:lpstr>State-Supported Routes</vt:lpstr>
      <vt:lpstr>Long Distance Routes</vt:lpstr>
      <vt:lpstr>Why Trains?</vt:lpstr>
      <vt:lpstr>Accessibility Metrics Used</vt:lpstr>
      <vt:lpstr>Departure Times</vt:lpstr>
      <vt:lpstr>Delays</vt:lpstr>
      <vt:lpstr>Results</vt:lpstr>
      <vt:lpstr>Departure Times</vt:lpstr>
      <vt:lpstr>Delays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Cattell Jr., Michael Joseph</dc:creator>
  <cp:lastModifiedBy>Cattell Jr., Michael Joseph</cp:lastModifiedBy>
  <cp:revision>6</cp:revision>
  <dcterms:created xsi:type="dcterms:W3CDTF">2025-03-13T15:20:43Z</dcterms:created>
  <dcterms:modified xsi:type="dcterms:W3CDTF">2025-03-16T21:35:21Z</dcterms:modified>
</cp:coreProperties>
</file>