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4560-72F1-1DDB-4F8D-298D25BB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9D1AC-FB48-AB73-766D-2B8C18271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Result of rapid decline in passenger rail profitability in post WWII</a:t>
            </a:r>
          </a:p>
        </p:txBody>
      </p:sp>
    </p:spTree>
    <p:extLst>
      <p:ext uri="{BB962C8B-B14F-4D97-AF65-F5344CB8AC3E}">
        <p14:creationId xmlns:p14="http://schemas.microsoft.com/office/powerpoint/2010/main" val="231997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346A-66E3-7739-EAC8-8BC5D14A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5839-DAF3-B203-FDAF-1FA759ED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1787612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69643-B744-B11A-A24D-EF8E41DC0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02BD7-94F0-3738-AA32-64C93B4B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264055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147</TotalTime>
  <Words>99</Words>
  <Application>Microsoft Office PowerPoint</Application>
  <PresentationFormat>Widescreen</PresentationFormat>
  <Paragraphs>18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Result of rapid decline in passenger rail profitability in post WWII</vt:lpstr>
      <vt:lpstr>Nixon Admin. steps in and establishes Amtrak, taking over passenger rail from 20 railroads 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Accessibility Metrics Used</vt:lpstr>
      <vt:lpstr>Departure Times</vt:lpstr>
      <vt:lpstr>Delays</vt:lpstr>
      <vt:lpstr>Results</vt:lpstr>
      <vt:lpstr>Nixon Admin. steps in and establishes Amtrak, taking over passenger rail from 20 railroads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3</cp:revision>
  <dcterms:created xsi:type="dcterms:W3CDTF">2025-03-13T15:20:43Z</dcterms:created>
  <dcterms:modified xsi:type="dcterms:W3CDTF">2025-03-13T17:48:32Z</dcterms:modified>
</cp:coreProperties>
</file>